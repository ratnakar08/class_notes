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73bd65e99863ef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73bd65e99863ef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2889ae1c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2889ae1c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2889ae1cc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2889ae1c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2889ae1cc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2889ae1c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2889ae1cc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2889ae1cc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2889ae1cc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2889ae1cc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2889ae1cc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2889ae1c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2889ae1cc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2889ae1cc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2889ae1cc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2889ae1cc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2889ae1cc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2889ae1cc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2889ae1cc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2889ae1cc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2889ae1cc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2889ae1cc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2889ae1cc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2889ae1cc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2889ae1cc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2889ae1cc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2889ae1cc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2889ae1cc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2889ae1cc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2889ae1cc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2889ae1cc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2889ae1cc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2889ae1cc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2889ae1cc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2889ae1cc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2889ae1cc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2889ae1cc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2889ae1cc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2889ae1cc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2889ae1cc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2889ae1cc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2889ae1cc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2889ae1cc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2889ae1cc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2889ae1cc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2889ae1cc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2889ae1cc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2889ae1cc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2889ae1cc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2889ae1cc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2889ae1cc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b2889ae1cc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2889ae1cc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2889ae1cc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2889ae1cc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2889ae1cc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2889ae1cc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2889ae1cc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2889ae1cc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2889ae1cc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296c5262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296c5262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296c5262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b296c5262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296c5262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b296c5262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296c52629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296c5262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296c5262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b296c5262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296c52629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b296c52629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296c52629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296c52629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296c52629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296c52629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296c52629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b296c52629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cc81de4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cc81de4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cc81de4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cc81de4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cc81de4d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bcc81de4d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cc81de4d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cc81de4d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cc81de4d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cc81de4d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cc81de4d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bcc81de4d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cc81de4d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bcc81de4d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296c52629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b296c52629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7738d9b1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b7738d9b1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7738d9b1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b7738d9b1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7738d9b1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b7738d9b1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7738d9b1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b7738d9b1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b7738d9b1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b7738d9b1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9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0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6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7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73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30000"/>
            <a:ext cx="8520600" cy="3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WhatsApp Image 2026-01-05 at 19.47.00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88" y="445025"/>
            <a:ext cx="8965924" cy="347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WhatsApp Image 2026-01-05 at 19.46.3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0175"/>
            <a:ext cx="8741804" cy="29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WhatsApp Image 2026-01-05 at 19.46.4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6399"/>
            <a:ext cx="8130324" cy="228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 title="WhatsApp Image 2026-01-05 at 19.46.3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0053"/>
            <a:ext cx="9144000" cy="4303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 title="WhatsApp Image 2026-01-05 at 19.46.3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8575" y="880657"/>
            <a:ext cx="9144000" cy="3137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 title="WhatsApp Image 2026-01-05 at 19.46.4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58425"/>
            <a:ext cx="8328352" cy="422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 title="WhatsApp Image 2026-01-05 at 19.46.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4333"/>
            <a:ext cx="9144000" cy="4394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 title="WhatsApp Image 2026-01-05 at 19.46.4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2892"/>
            <a:ext cx="9144000" cy="4577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 title="WhatsApp Image 2026-01-05 at 19.46.4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4342"/>
            <a:ext cx="9144000" cy="4234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 title="WhatsApp Image 2026-01-05 at 19.46.4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4325"/>
            <a:ext cx="9144000" cy="4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 title="WhatsApp Image 2026-01-05 at 19.46.45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5827"/>
            <a:ext cx="9144000" cy="407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5" title="WhatsApp Image 2026-01-05 at 19.46.4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8620"/>
            <a:ext cx="9144000" cy="4366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 title="WhatsApp Image 2026-01-05 at 19.46.48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770"/>
            <a:ext cx="9144000" cy="4251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7" title="WhatsApp Image 2026-01-05 at 19.46.48 (2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4741"/>
            <a:ext cx="9144001" cy="3454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8" title="WhatsApp Image 2026-01-05 at 19.46.4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585"/>
            <a:ext cx="9144000" cy="4926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9" title="WhatsApp Image 2026-01-05 at 19.46.49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7203"/>
            <a:ext cx="9144000" cy="4189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0" title="WhatsApp Image 2026-01-05 at 19.46.5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17805"/>
            <a:ext cx="9144000" cy="1863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1" title="WhatsApp Image 2026-01-05 at 19.46.5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500" y="0"/>
            <a:ext cx="6623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2" title="WhatsApp Image 2026-01-05 at 19.46.5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863"/>
            <a:ext cx="9144000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3" title="WhatsApp Image 2026-01-05 at 19.46.53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2933"/>
            <a:ext cx="9144000" cy="3937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4" title="WhatsApp Image 2026-01-05 at 19.46.5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7178"/>
            <a:ext cx="9144000" cy="4589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5" title="WhatsApp Image 2026-01-05 at 19.46.5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553" y="0"/>
            <a:ext cx="875489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6" title="WhatsApp Image 2026-01-05 at 19.46.56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2910"/>
            <a:ext cx="9144000" cy="429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7" title="WhatsApp Image 2026-01-05 at 19.46.5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7217"/>
            <a:ext cx="9144000" cy="394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8" title="WhatsApp Image 2026-01-07 at 10.20.2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378" y="0"/>
            <a:ext cx="593124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9" title="WhatsApp Image 2026-01-05 at 19.46.57 (2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45783"/>
            <a:ext cx="9144000" cy="4051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40" title="WhatsApp Image 2026-01-05 at 19.46.5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1465"/>
            <a:ext cx="9144000" cy="456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41" title="WhatsApp Image 2026-01-05 at 19.46.58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651" y="0"/>
            <a:ext cx="79667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42" title="WhatsApp Image 2026-01-05 at 19.46.5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0178"/>
            <a:ext cx="9144000" cy="2303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43" title="WhatsApp Image 2026-01-05 at 19.46.59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7290"/>
            <a:ext cx="9144000" cy="278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44" title="WhatsApp Image 2026-01-05 at 19.47.0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48" y="-8739"/>
            <a:ext cx="886810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45" title="WhatsApp Image 2026-01-05 at 20.00.52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472" y="0"/>
            <a:ext cx="784705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46" title="WhatsApp Image 2026-01-05 at 20.00.52 (2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843" y="0"/>
            <a:ext cx="846231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47" title="WhatsApp Image 2026-01-05 at 20.00.5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374" y="0"/>
            <a:ext cx="4069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48" title="WhatsApp Image 2026-01-05 at 20.00.51 (2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019"/>
            <a:ext cx="9144000" cy="4843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49" title="WhatsApp Image 2026-01-05 at 20.00.51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274" y="0"/>
            <a:ext cx="79174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50" title="WhatsApp Image 2026-01-05 at 20.00.5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022"/>
            <a:ext cx="9144001" cy="4849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51" title="WhatsApp Image 2026-01-05 at 20.00.50 (2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7897"/>
            <a:ext cx="9144000" cy="4487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52" title="WhatsApp Image 2026-01-05 at 20.00.50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6584"/>
            <a:ext cx="9143999" cy="4550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53" title="WhatsApp Image 2026-01-05 at 20.00.5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8469"/>
            <a:ext cx="9144000" cy="436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54" title="WhatsApp Image 2026-02-03 at 13.11.2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0040"/>
            <a:ext cx="9144000" cy="4503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p55" title="WhatsApp Image 2026-02-03 at 13.11.2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44" y="0"/>
            <a:ext cx="880171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56" title="WhatsApp Image 2026-02-03 at 13.11.26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53" y="0"/>
            <a:ext cx="890649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57" title="WhatsApp Image 2026-02-03 at 13.11.26 (2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0035"/>
            <a:ext cx="9144000" cy="4583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58" title="WhatsApp Image 2026-02-03 at 13.11.2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867"/>
            <a:ext cx="9144000" cy="4977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59" title="WhatsApp Image 2026-02-03 at 13.11.27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42" y="0"/>
            <a:ext cx="904351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4" name="Google Shape;384;p60" title="WhatsApp Image 2026-02-03 at 13.11.2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0028"/>
            <a:ext cx="9144000" cy="4703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61" title="WhatsApp Image 2026-01-05 at 20.31.1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091"/>
            <a:ext cx="9144000" cy="4843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8" name="Google Shape;398;p62" title="WhatsApp Image 2026-01-05 at 20.31.5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728"/>
            <a:ext cx="9144000" cy="4932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5" name="Google Shape;405;p63" title="WhatsApp Image 2026-01-05 at 20.32.3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433"/>
            <a:ext cx="9144000" cy="5080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2" name="Google Shape;412;p64" title="WhatsApp Image 2026-01-05 at 20.33.2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4292"/>
            <a:ext cx="9144000" cy="5034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p65" title="WhatsApp Image 2026-01-05 at 20.34.0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25"/>
            <a:ext cx="91440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6" name="Google Shape;426;p66" title="WhatsApp Image 2026-01-05 at 20.34.4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1356"/>
            <a:ext cx="9144001" cy="4860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